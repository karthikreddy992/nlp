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765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0977B-41EE-A241-A304-CF3357A0AD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FEDE-0C80-F545-BD1B-122B31CFA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7068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6279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6494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1284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8387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860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0453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112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810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3508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1241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98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9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1F3B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Morphology and Word Formation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DSA0305-Natural Language Processing </a:t>
            </a:r>
          </a:p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59" y="4541723"/>
            <a:ext cx="10779625" cy="1719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                                                                                                                                                       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Anbazhagan K                                                                                                                                                                      ch Rama Karthik                                                                                                                                               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                                                                                                                                                                               192472281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9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8554C65D-9AAA-A1CF-2831-2A60F6C7F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81" y="240266"/>
            <a:ext cx="11666992" cy="1417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E7D6E"/>
                </a:solidFill>
              </a:rPr>
              <a:t>What is Morphology?</a:t>
            </a:r>
            <a:endParaRPr lang="en-US" sz="18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Morphology is the branch of linguistics that studies the internal structure of words and how they are formed.</a:t>
            </a:r>
            <a:endParaRPr lang="en-US" sz="18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E7D6E"/>
                </a:solidFill>
              </a:rPr>
              <a:t>What is a Morpheme?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</a:rPr>
              <a:t>A morpheme is the smallest unit of language that carries meaning or grammatical function. Words can be made of one or more morphemes.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040880" y="1371600"/>
            <a:ext cx="4480560" cy="420624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unhappiness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0664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0" y="2788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(negation)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06640" y="33192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0" y="33192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(free morpheme)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384962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38496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(forms noun)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06640" y="4709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morphemes combine to form 1 word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187452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91640"/>
            <a:ext cx="457200" cy="457200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184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Morphemes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free and bound morphemes and their role in word structure.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257800" cy="187452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6184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Word Formation Processes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inflection, derivation, compounding, blending, clipping, and conversion.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5257800" cy="187452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7673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Language Types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isolating, agglutinative, fusional, and polysynthetic languages.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566160"/>
            <a:ext cx="5257800" cy="187452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840480"/>
            <a:ext cx="457200" cy="457200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37673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NLP Applications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morphology to stemming, lemmatization, and morphological analyzers.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languages form words in highly varied and often irregular ways. Without a systematic understanding of morphology, computational systems struggle to correctly process word structure.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9728" cy="77724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317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word forms (e.g., go → went) break simple rule-based systems.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64408"/>
            <a:ext cx="109728" cy="77724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26440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Agglutinative languages like Tamil or Turkish can form very long, complex words.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197096"/>
            <a:ext cx="109728" cy="77724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19709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Ambiguity: the same affix can have different meanings in different contexts.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129784"/>
            <a:ext cx="109728" cy="77724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12978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word structure is time-consuming and error-prone.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Morphological Analysis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7452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4203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Word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2186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"unhappiness"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237744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07208" y="2377440"/>
            <a:ext cx="187452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54203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98648" y="32186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word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81728" y="237744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74336" y="2377440"/>
            <a:ext cx="1874520" cy="137160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254203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65776" y="32186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into morphemes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48856" y="237744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41464" y="2377440"/>
            <a:ext cx="187452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2904" y="254203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+ Affixes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32904" y="32186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 / happy / -ness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15984" y="237744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308592" y="2377440"/>
            <a:ext cx="187452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254203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00032" y="32186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analyzer separates a word into its root and affixes, enabling downstream NLP tasks such as stemming and lemmatization.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274320" cy="27432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stage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90472"/>
            <a:ext cx="128016" cy="128016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explains how morphemes combine to build the words of a language.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59152"/>
            <a:ext cx="128016" cy="128016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like inflection, derivation, and compounding drive word formation across languages.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27832"/>
            <a:ext cx="128016" cy="128016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types (isolating, agglutinative, fusional, polysynthetic) shape how complex word structures can become.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96512"/>
            <a:ext cx="128016" cy="128016"/>
          </a:xfrm>
          <a:prstGeom prst="ellipse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grasp of morphology is essential for building accurate NLP tools such as stemmers and lemmatizers.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word structure is the foundation for understanding language itself.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Fromkin, V., Rodman, R., &amp; Hyams, N. – An Introduction to Language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Jurafsky, D., &amp; Martin, J. H. – Speech and Language 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Aronoff, M., &amp; Fudeman, K. – What is Morphology?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Haspelmath, M., &amp; Sims, A. D. – Understanding Morphology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</TotalTime>
  <Words>482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Calibri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 Karthik reddy</cp:lastModifiedBy>
  <cp:revision>3</cp:revision>
  <dcterms:created xsi:type="dcterms:W3CDTF">2026-07-27T16:12:30Z</dcterms:created>
  <dcterms:modified xsi:type="dcterms:W3CDTF">2026-07-27T16:26:29Z</dcterms:modified>
</cp:coreProperties>
</file>